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высказывания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Верность машины поручению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гарантия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Юрий Максимов, канал «Максимов | ЗАПИСКИ», пост 1300.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Форум «Цифровые решения», 7 октября 2026.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Высказывание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приходом ИИ обновляется природа безопасности: появляется гарантия верности машины поручению и замыслу человека, который, в свою очередь, принимает ответственность за результат ее деятельности.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Подпись поста, дословно. Ролик 3:11 в превью недоступен: «Media is too big». Покадровой расшифровки нет.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6177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речь в тот же день процитирована РИА Новости.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ria.ru/20261007/ii-2122870824.html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3657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сказано на сессии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Запреты не работают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Агенту нельзя сказать «не делай это и это»: он не человек, начинает тупить и не делает работу.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Нужна верность поручению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Делать соразмерное заданию и не выходить за разумные границы.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Смотреть должна машина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38862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не разберёт все действия. Контур: учебный банк, атака, детектор. Наверху человек.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75488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Вину не снять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120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агент ошибся, оператор не должен говорить «это ИИ». Ни государству, ни бизнесу.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3657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части утверждения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Природа безопасности обновляется. Верно как сдвиг: с запрета действия на соответствие задаче.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Появляется гарантия верности. Слишком сильно. Это цель управления, не свойство модели.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297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47091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принимает ответственность. Самый крепкий тезис. Модель не субъект права.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3657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в этом верно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Запретный список ломает агента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цель плюс «нельзя класс действий» часто равна отказу от задачи, а не удержанию в ней.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не масштабируется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267004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действий агента больше, чем внимание владельца. Второй контур нужен.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Петля — рабочий метод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390448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Строитель, атакующий и детектор в песочнице — проверка, не доказательство.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75488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Ответственность не делегируется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138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октября на том же форуме границы полномочий агентов названы задачей. Вина уже не на модели.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3657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слово сильнее факта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4264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предиката верности. Есть остаточный риск.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Замысел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23865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его не формализует. Модель достраивает.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0175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Чужое поручение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334670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может быть верен отравленному письму, а не вам.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97764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Критик из той же ткани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430682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Вторая модель ловит не всё и ошибается в ту же сторону.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93776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наверху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2669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порога эскалации превращается в кнопку «согласовано».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3657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Схема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Человек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3807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Задаёт замысел и не снимает с себя результат.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0391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Карточка поручения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236829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Цель, край, стоп, инструменты.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026664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Исполнитель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33558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Делает соразмерное задаче.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014216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Критик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4343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Смотрит шаг. Человек видит только стоп и необратимое.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0017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4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Петля в песочнице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3309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строит цель, ИИ атакует, ИИ ловит атаку. Это проверка, не гарантия.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3657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Проще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Стажёру нельзя сказать только «не трогай кассу». Он сядет и не будет работать.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Ему говорят задачу и края. Второй смотрит, не вышел ли первый за края.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платёж ушёл не туда, виноват не стажёр. Виноват тот, кто его поставил и не поставил предел.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снижает риск. Он не делает первого безошибочным.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3657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План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Необратимое наружу не отдавать без второго подтверждения.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Карточка поручения вместо запретного списка внутри задачи.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Критик на каждый шаг, человек — на стоп и необратимое.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5204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Петля строитель / атакующий / детектор только в песочнице.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Имя владельца в журнале. «Это нейросеть» не снимает обязанность.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5166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Мерить выход за карточку и ложные остановки, не факт внедрения.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Менять объект контроля с запрета на верность поручению — правильно.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Называть это гарантией — рано.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Ответственность человека пишется в контур, не в подпись к видео.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t.me/yury/1300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4E59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ria.ru/20261007/ii-2122870824.html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Верность машины поручению — не гарантия</dc:title>
  <dc:subject>Разбор высказывания Юрия Максимова, 7 октября 2026</dc:subject>
  <dc:creator>Разбор t.me/yury/1300</dc:creator>
  <cp:lastModifiedBy>Разбор t.me/yury/1300</cp:lastModifiedBy>
  <cp:revision>1</cp:revision>
  <dcterms:created xsi:type="dcterms:W3CDTF">2026-10-07T22:46:28Z</dcterms:created>
  <dcterms:modified xsi:type="dcterms:W3CDTF">2026-10-07T22:46:28Z</dcterms:modified>
</cp:coreProperties>
</file>