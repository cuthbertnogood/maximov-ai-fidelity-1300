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D9D4C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t.me/yury/1300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высказывания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Верность машины поручению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гарантия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Юрий Максимов, канал «Максимов | ЗАПИСКИ», пост 1300.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Форум «Цифровые решения», 7 октября 2026.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D9D4C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t.me/yury/1300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Высказывание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10881360" cy="2148840"/>
          </a:xfrm>
          <a:prstGeom prst="roundRect">
            <a:avLst>
              <a:gd name="adj" fmla="val 2553"/>
            </a:avLst>
          </a:prstGeom>
          <a:solidFill>
            <a:srgbClr val="F6F4F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98448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приходом ИИ обновляется природа безопасности: появляется гарантия верности машины поручению и замыслу человека, который, в свою очередь, принимает ответственность за результат ее деятельности.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Подпись поста, дословно. Ролик 3:11 в превью недоступен: «Media is too big». Покадровой расшифровки нет.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 просмотров на момент снятия. Та же речь в тот же день процитирована РИА Новости.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сессии: ria.ru/20261007/ii-2122870824.html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D9D4C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t.me/yury/1300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47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сказано на сессии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Запреты не работают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Агенту нельзя сказать «не делай это и это»: он не человек, начинает тупить и не делает работу.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2860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верность поручению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651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Делать соразмерное заданию и не выходить за разумные границы.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5204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Смотреть должна машина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не разберёт все действия. Контур: учебный банк, атака, детектор. Наверху человек.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75488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Вину не снять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5120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агент ошибся, оператор не должен говорить «это ИИ». Ни государству, ни бизнесу.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D9D4C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t.me/yury/1300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47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части утверждения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520440" cy="4434840"/>
          </a:xfrm>
          <a:prstGeom prst="roundRect">
            <a:avLst>
              <a:gd name="adj" fmla="val 1558"/>
            </a:avLst>
          </a:prstGeom>
          <a:solidFill>
            <a:srgbClr val="F6F4F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71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Природа безопасности обновляется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 как сдвиг: с запрета действия на соответствие задаче.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1143000"/>
            <a:ext cx="3520440" cy="4434840"/>
          </a:xfrm>
          <a:prstGeom prst="roundRect">
            <a:avLst>
              <a:gd name="adj" fmla="val 1558"/>
            </a:avLst>
          </a:prstGeom>
          <a:solidFill>
            <a:srgbClr val="F6F4F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371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1874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Появляется гарантия верности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36576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 сильно. Это цель управления, не свойство модели.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1143000"/>
            <a:ext cx="3520440" cy="4434840"/>
          </a:xfrm>
          <a:prstGeom prst="roundRect">
            <a:avLst>
              <a:gd name="adj" fmla="val 1558"/>
            </a:avLst>
          </a:prstGeom>
          <a:solidFill>
            <a:srgbClr val="F6F4F0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371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1874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Человек принимает ответственность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66760" y="36576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крепкий тезис. Модель не субъект права.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D9D4C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t.me/yury/1300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47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в этом верно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Запретный список ломает агента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Открытая цель плюс «нельзя класс действий» часто равна отказу от задачи, а не удержанию в ней.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не масштабируется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действий агента больше, чем внимание владельца. Второй контур нужен.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Петля — рабочий метод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Строитель, атакующий и детектор в песочнице — проверка, не доказательство.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Ответственность не делегируется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октября на том же форуме границы полномочий агентов названы задачей. Вина уже не на модели.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D9D4C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t.me/yury/1300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474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Где слово сильнее факта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Гарантия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предиката верности. Есть остаточный риск.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Замысел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0" y="2057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его не формализует. Модель достраивает.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Чужое поручение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может быть верен отравленному письму, а не вам.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Критик из той же ткани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модель ловит не всё и ошибается в ту же сторону.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Человек наверху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0" y="4937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порога эскалации превращается в кнопку «согласовано».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D9D4C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t.me/yury/1300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Схема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60520" y="822960"/>
            <a:ext cx="3840480" cy="777240"/>
          </a:xfrm>
          <a:prstGeom prst="roundRect">
            <a:avLst>
              <a:gd name="adj" fmla="val 5882"/>
            </a:avLst>
          </a:prstGeom>
          <a:solidFill>
            <a:srgbClr val="F6F4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932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1225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замысел и ответственность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874520"/>
            <a:ext cx="3840480" cy="777240"/>
          </a:xfrm>
          <a:prstGeom prst="roundRect">
            <a:avLst>
              <a:gd name="adj" fmla="val 5882"/>
            </a:avLst>
          </a:prstGeom>
          <a:solidFill>
            <a:srgbClr val="F6F4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9842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поручения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276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цель, край, стоп, инструменты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3383280" cy="777240"/>
          </a:xfrm>
          <a:prstGeom prst="roundRect">
            <a:avLst>
              <a:gd name="adj" fmla="val 5882"/>
            </a:avLst>
          </a:prstGeom>
          <a:solidFill>
            <a:srgbClr val="F6F4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272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Исполнитель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соразмерное задаче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3017520"/>
            <a:ext cx="3383280" cy="777240"/>
          </a:xfrm>
          <a:prstGeom prst="roundRect">
            <a:avLst>
              <a:gd name="adj" fmla="val 5882"/>
            </a:avLst>
          </a:prstGeom>
          <a:solidFill>
            <a:srgbClr val="F6F4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31272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Критик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не читает каждый шаг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108813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297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Петля только в песочнице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4709160"/>
            <a:ext cx="3200400" cy="777240"/>
          </a:xfrm>
          <a:prstGeom prst="roundRect">
            <a:avLst>
              <a:gd name="adj" fmla="val 5882"/>
            </a:avLst>
          </a:prstGeom>
          <a:solidFill>
            <a:srgbClr val="F6F4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818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ИИ-1 строит цель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51114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виртуальный банк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4709160"/>
            <a:ext cx="3200400" cy="777240"/>
          </a:xfrm>
          <a:prstGeom prst="roundRect">
            <a:avLst>
              <a:gd name="adj" fmla="val 5882"/>
            </a:avLst>
          </a:prstGeom>
          <a:solidFill>
            <a:srgbClr val="F6F4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4818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ИИ-2 атакует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17720" y="51114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ищет выход за край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92440" y="4709160"/>
            <a:ext cx="3200400" cy="777240"/>
          </a:xfrm>
          <a:prstGeom prst="roundRect">
            <a:avLst>
              <a:gd name="adj" fmla="val 5882"/>
            </a:avLst>
          </a:prstGeom>
          <a:solidFill>
            <a:srgbClr val="F6F4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4818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ИИ-3 ловит атаку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0" y="51114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обновляет человек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D9D4C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t.me/yury/1300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Проще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Стажёру нельзя сказать только «не трогай кассу». Он сядет и не будет работать.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Ему говорят задачу и края. Второй смотрит, не вышел ли первый за края.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платёж ушёл не туда, виноват не стажёр. Виноват тот, кто его поставил и не поставил предел.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F6F4F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2044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преувеличение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стажёр снижает риск. Он не делает первого безошибочным.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 мошенника первый может принять за ваше поручение и честно его выполнить.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D9D4C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t.me/yury/1300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Необратимое наружу не отдавать без второго подтверждения.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поручения вместо запретного списка внутри задачи.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6517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Критик на каждый шаг, человек — на стоп и необратимое.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474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Петля строитель / атакующий / детектор только в песочнице.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297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владельца в журнале. «Это нейросеть» не снимает обязанность.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5120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Мерить выход за карточку и ложные остановки, не факт внедрения.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9144"/>
          </a:xfrm>
          <a:prstGeom prst="rect">
            <a:avLst/>
          </a:prstGeom>
          <a:solidFill>
            <a:srgbClr val="D9D4C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t.me/yury/1300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Менять объект контроля с запрета на верность поручению — правильно.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Называть это гарантией — рано.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Ответственность человека пишется в контур, не в подпись к видео.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t.me/yury/1300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ria.ru/20261007/ii-2122870824.html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E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Форум «Цифровые решения», 6–10 октября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Верность машины поручению — не гарантия</dc:title>
  <dc:subject>Разбор высказывания Юрия Максимова, 7 октября 2026</dc:subject>
  <dc:creator>Разбор t.me/yury/1300</dc:creator>
  <cp:lastModifiedBy>Разбор t.me/yury/1300</cp:lastModifiedBy>
  <cp:revision>1</cp:revision>
  <dcterms:created xsi:type="dcterms:W3CDTF">2026-10-07T22:42:43Z</dcterms:created>
  <dcterms:modified xsi:type="dcterms:W3CDTF">2026-10-07T22:42:43Z</dcterms:modified>
</cp:coreProperties>
</file>