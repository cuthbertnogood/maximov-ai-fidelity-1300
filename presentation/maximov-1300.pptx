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C39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  ·  7 октября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40" kern="0" dirty="0">
                <a:solidFill>
                  <a:srgbClr val="E8C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ВЫСКАЗЫВАНИЯ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Верность машины</a:t>
            </a:r>
            <a:endParaRPr lang="en-US" sz="4000" dirty="0"/>
          </a:p>
          <a:p>
            <a:pPr indent="0" marL="0">
              <a:buNone/>
            </a:pPr>
            <a:r>
              <a:rPr lang="en-US" sz="40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поручению — не гарантия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02920" y="40233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Юрий Максимов, «Максимов | ЗАПИСКИ», пост 1300.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Форум «Цифровые решения», пленарная сессия, 7 октября 2026.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C39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  ·  7 октября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Высказывание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47120" cy="2286000"/>
          </a:xfrm>
          <a:prstGeom prst="roundRect">
            <a:avLst>
              <a:gd name="adj" fmla="val 3200"/>
            </a:avLst>
          </a:prstGeom>
          <a:solidFill>
            <a:srgbClr val="1C243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 приходом ИИ обновляется природа безопасности: появляется гарантия верности машины поручению и замыслу человека, который, в свою очередь, принимает ответственность за результат ее деятельности.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6118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Подпись поста, дословно. Ролик 3:11 в превью помечен «Media is too big»: покадровой расшифровки нет.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489 просмотров, реакции 16 / 10 / 7 на момент снятия. Канал @yury.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448056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же позиция в тот же день процитирована РИА Новости по пленарной сессии. Подпись — сжатие речи автором.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C39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  ·  7 октября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сказано на сессии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96012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Запреты не работают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13258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Агенту нельзя сказать «не делай это и это»: он не человек, начинает тупить и не делает работу.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25880" y="224028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Нужна верность поручению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25880" y="260604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Делать соразмерное заданию и не выходить за разумные границы.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35204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25880" y="352044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Смотреть должна машина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25880" y="38862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 не разберёт все действия. Контур: банк, атака, детектор. Наверху человек.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25880" y="480060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Вину не снять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25880" y="51663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агент ошибся, оператор не должен говорить «это ИИ». Ни государству, ни бизнесу.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C39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  ·  7 октября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Три части утверждения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1C243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C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Природа безопасности обновляется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356616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Верно как сдвиг объекта: с запрета действия на соответствие задаче.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51960" y="118872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1C2430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C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80560" y="192024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Появляется гарантия верности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480560" y="356616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Слишком сильно. Это цель управления, не свойство модели.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92440" y="118872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1C2430"/>
          </a:solidFill>
          <a:ln/>
        </p:spPr>
      </p:sp>
      <p:sp>
        <p:nvSpPr>
          <p:cNvPr id="15" name="Text 13"/>
          <p:cNvSpPr/>
          <p:nvPr/>
        </p:nvSpPr>
        <p:spPr>
          <a:xfrm>
            <a:off x="832104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C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21040" y="192024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Человек принимает ответственность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321040" y="356616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Самый крепкий тезис. Модель не субъект права.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C39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  ·  7 октября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в этом верно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1005840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Запретный список ломает агента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Открытая цель плюс «нельзя класс действий» часто равна отказу от задачи, а не удержанию в ней.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2240280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 не масштабируется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2606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действий агента больше, чем внимание владельца. Второй контур нужен.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474720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Петля — рабочий метод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02920" y="3840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Строитель, атакующий и детектор в песочнице — это purple team, не лозунг.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" y="4709160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Ответственность не делегируется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50749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Совпадает с линией форума 6 октября: границы полномочий агентов ещё не заданы, но вина уже не на модели.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C39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  ·  7 октября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Где слово сильнее факта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3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Гарантия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65760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предиката верности. Есть остаточный риск.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2011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3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Замысел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57600" y="20116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 его не формализует. Модель достраивает.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" y="29718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3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Чужое поручение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57600" y="2971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может быть верен отравленному письму, а не вам.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2920" y="39319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3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Критик из той же ткани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57600" y="3931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Вторая модель ловит не всё и врёт в ту же сторону.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02920" y="4892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3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Человек наверху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57600" y="48920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порога эскалации превращается в кнопку «согласовано».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C39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  ·  7 октября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Схема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931920" y="82296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1C243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0" y="950976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0" y="128016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C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замысел и ответственность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931920" y="196596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1C2430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0" y="2093976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поручения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0" y="242316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E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цель, край, стоп, инструменты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24612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1C243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374136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Исполнитель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37033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7D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соразмерное задаче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589520" y="324612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1C243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0" y="3374136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Критик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772400" y="37033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7D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каждый шаг человеку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572000"/>
            <a:ext cx="10881360" cy="1554480"/>
          </a:xfrm>
          <a:prstGeom prst="roundRect">
            <a:avLst>
              <a:gd name="adj" fmla="val 3529"/>
            </a:avLst>
          </a:prstGeom>
          <a:solidFill>
            <a:srgbClr val="181E28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8006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Петля в песочнице: ИИ-1 строит цель  →  ИИ-2 атакует  →  ИИ-3 учится ловить  →  человек обновляет карточку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68680" y="54406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C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тренировка. Блока «гарантия» на схеме нет.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C39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  ·  7 октября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Проще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11155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Стажёру нельзя сказать только «не трогай кассу». Он сядет и не будет работать.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Ему говорят задачу и края. Рядом сидит второй, который смотрит, не вышел ли первый за края.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платёж ушёл не туда, виноват не стажёр. Виноват тот, кто его поставил и не поставил предел.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3291840"/>
            <a:ext cx="11247120" cy="2103120"/>
          </a:xfrm>
          <a:prstGeom prst="roundRect">
            <a:avLst>
              <a:gd name="adj" fmla="val 3478"/>
            </a:avLst>
          </a:prstGeom>
          <a:solidFill>
            <a:srgbClr val="1C243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520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C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преувеличение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9776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Второй стажёр снижает риск. Он не делает первого безошибочным.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Письмо мошенника первый может принять за ваше поручение и честно его выполнить.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C39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  ·  7 октября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План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51560" y="9144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Разобрать агентов по вреду: необратимое наружу не отдавать без второго подтверждения.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17373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поручения вместо запретного списка внутри задачи.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25603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1560" y="25603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Критик на каждый шаг, человек — на стоп и необратимое.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33832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51560" y="33832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Петля строитель / атакующий / детектор только в песочнице.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" y="4206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42062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владельца в журнале. «Это нейросеть» не снимает обязанность.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" y="50292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51560" y="50292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Мерить выход за карточку и ложные остановки, не факт внедрения.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C39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  ·  7 октября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Вывод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155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Менять объект контроля с запрета на верность поручению — правильно.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Называть это гарантией — рано.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Оставлять ответственность на человеке — обязательно, и это пишется в контур, не в подпись к видео.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8463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t.me/yury/1300 · ria.ru/20261007/ii-2122870824.html · форум «Цифровые решения», 6–10 октября 2026.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Верность машины поручению — не гарантия</dc:title>
  <dc:subject>Разбор высказывания Юрия Максимова, 7 октября 2026</dc:subject>
  <dc:creator>Разбор t.me/yury/1300</dc:creator>
  <cp:lastModifiedBy>Разбор t.me/yury/1300</cp:lastModifiedBy>
  <cp:revision>1</cp:revision>
  <dcterms:created xsi:type="dcterms:W3CDTF">2026-10-07T22:02:50Z</dcterms:created>
  <dcterms:modified xsi:type="dcterms:W3CDTF">2026-10-07T22:02:50Z</dcterms:modified>
</cp:coreProperties>
</file>